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91440" cy="1920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(IT3711)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NET7 Technology Solutions India Pvt. Ltd.  |  Domain: FinTech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Govardhan S  (810023205016)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Technology, Seventh Semester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College of Engineering, BIT Campus, Anna University, Tiruchirappalli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and Project Domain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219456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21945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NET7 Technology Solutions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4592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software engineering provider: custom web architectures, cloud-native deployments and financial enterprise tooling. Project work coordinated at the Mayiladuthurai facility; headquarters in Chennai.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219456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43000"/>
            <a:ext cx="64008" cy="21945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FinTech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4592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financial management (PFM) and cashflow intelligence. Traditional banking portals focus on debits and credits but lack cashflow visualization, deficit warnings and milestone planning.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focus: full-stack application lifecycle, database normalization, explainable algorithms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educational personal finance aid – no live trading, no certified legal or tax advice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struggle to keep a consolidated view of cash flow, savings rate, debt and long-term goals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scattered across banking apps, credit card statements and informal notes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bookkeeping is slow and error-prone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online advice ignores personal constraints such as student loans or variable freelance income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Manual 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AI Financial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keeping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Spreadsheets, loose paper 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database with automated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calculations, division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Net Cashflow, DTI, Savings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Static, generic articles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Tailored AI personas with causal rationale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Disconnected from monthly cashflow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simulation with yield and timelines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Processing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21280" cy="155448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15544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Ingestion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45920"/>
            <a:ext cx="234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essential and discretionary spending, debt payments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1360" y="1143000"/>
            <a:ext cx="2621280" cy="155448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143000"/>
            <a:ext cx="64008" cy="1554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424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Sanitization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44240" y="1645920"/>
            <a:ext cx="234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checks block missing, negative or malformed entries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65520" y="1143000"/>
            <a:ext cx="2621280" cy="155448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143000"/>
            <a:ext cx="64008" cy="1554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840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Heuristic Evaluation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48400" y="1645920"/>
            <a:ext cx="234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urgent cases: expenses &gt; income, DTI &gt; 45%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21280" cy="155448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80360"/>
            <a:ext cx="64008" cy="15544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718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Persona Classification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234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Conservative, Balanced or Growth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61360" y="2880360"/>
            <a:ext cx="2621280" cy="155448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1360" y="2880360"/>
            <a:ext cx="64008" cy="1554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4240" y="29718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Explanation Synthesis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44240" y="3383280"/>
            <a:ext cx="234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shows the metric values that triggered it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21280" cy="13716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3716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0020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web frontend, goal and budget forms, responsive dashboard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1360" y="1097280"/>
            <a:ext cx="2621280" cy="13716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097280"/>
            <a:ext cx="64008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4240" y="11887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Gateway Layer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44240" y="160020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endpoints, JWT auth, CORS, input sanitization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65520" y="1097280"/>
            <a:ext cx="2621280" cy="13716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097280"/>
            <a:ext cx="64008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8400" y="11887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Engine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48400" y="160020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indicators, rule engine, budget analyzer, risk profile evaluator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2621280" cy="13716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51760"/>
            <a:ext cx="64008" cy="13716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7432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relational DB: user profiles, transactions, goals, history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61360" y="2651760"/>
            <a:ext cx="2621280" cy="13716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1360" y="2651760"/>
            <a:ext cx="64008" cy="1371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4240" y="27432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Layer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44240" y="315468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/ random forest, expense categorizer, recommendation generator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65520" y="2651760"/>
            <a:ext cx="2621280" cy="13716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5520" y="2651760"/>
            <a:ext cx="64008" cy="13716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48400" y="27432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Security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48400" y="315468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tracing, audit logging, educational insights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talks to the backend only over HTTPS with JSON, so the UI can change without touching the computation services.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 (3NF)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(PK), email, password_hash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index on email; root identity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txn_id (PK), user_id (FK), category_id (FK), 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Cascading deletes; indexed on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financial_goals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goal_id (PK), user_id (FK), target_corpus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balance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expense_categories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 (PK), is_essential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ai_recommendations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rec_id (PK), user_id (FK), confidence_score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model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log_id (PK), user_id (FK), action_type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and access trail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removes redundant records and keeps integrity through foreign keys.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Financial Metrics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Logic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Net Balance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− Expenses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= surplus, negative = deficit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(Savings / Income) ×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≥ 20%; critical &lt; 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Debt-to-Income (DTI)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(Debt Payments / Income) ×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≤ 35%; high risk &gt; 45%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Runway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Assets / Fixed Expenses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≥ 6 months; low &lt; 3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Zero-division safeguard: SR = (Income &gt; 0) ? (Savings / Income) × 100 : 0.00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Recommendation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Logic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– Heuristic filter: severe stress (negative cash flow, DTI &gt; 50%) triggers immediate stabilization alerts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– Decision Tree classifier on features: savings rate, DTI, runway, discretionary ratio, horizon, risk tolerance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Guidance 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risk tolerance, high DTI, or runway &lt; 3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preservation, liquid reserves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risk, DTI &lt; 30%, runway 3–6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allocation, steady debt payoff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 tolerance, low debt, runway &gt; 6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compounding, disciplined investing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Logic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2344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12344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metric triggered the advice, e.g. discretionary spending above 35% of income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12344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43000"/>
            <a:ext cx="64008" cy="1234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Benchmarks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user ratios with established financial benchmarks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12344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60320"/>
            <a:ext cx="64008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Next Steps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063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cutting dining by ₹2,000 builds a full emergency buffer in 5 months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4023360" cy="12344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560320"/>
            <a:ext cx="64008" cy="12344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Calculations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063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suggestion links back to the user’s inputs and decision-tree path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“black box” problem: users trust advice when they can see the reasoning.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Specifications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Profile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0020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hashing, JWT-authenticated API requests, stored currency, alert and risk settings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1360" y="109728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097280"/>
            <a:ext cx="64008" cy="16002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4240" y="11887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Ledger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44240" y="160020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essential/discretionary expenses and debts with server-side schema validation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65520" y="109728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097280"/>
            <a:ext cx="64008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8400" y="11887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Planner &amp; Simulator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48400" y="160020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contribution = (Target − Current Savings) / Target Months; alerts if it exceeds surplus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80360"/>
            <a:ext cx="64008" cy="16002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718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Analyzer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allocation, month-over-month trends and deficit warnings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61360" y="288036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1360" y="2880360"/>
            <a:ext cx="64008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4240" y="29718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Literacy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44240" y="338328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clearing high-interest debt and an emergency fund before risky investments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490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Processing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/ Error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Ingestion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Income, expenses, debts, goals via HTTPS 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Rejects incomplete input with HTTP 422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Sanitization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Cleans format, checks boundaries, strips characters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invalid data from the 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Calculation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balance, DTI, savings velocity, runway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Zero-checks prevent division errors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Classification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rules + Decision Tree persona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Assigns financial planning profile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Presentation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charts, KPIs, explanations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charts, session logging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validation fails, the workflow pauses so corrupted data never reaches the calculation or ML layers.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and Dashboards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21280" cy="32918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32918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45920"/>
            <a:ext cx="234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KPIs: monthly inflow, outflow, net savings velocity and DTI, with expense breakdown and explainable suggestions. Color-coded badges: green for healthy, amber for warnings.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1360" y="1143000"/>
            <a:ext cx="2621280" cy="32918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143000"/>
            <a:ext cx="64008" cy="32918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424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Feasibility Simulator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44240" y="1645920"/>
            <a:ext cx="234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target, contribution, yield and inflation; projections update in real time to show how small changes shorten a goal timeline.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65520" y="1143000"/>
            <a:ext cx="2621280" cy="32918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143000"/>
            <a:ext cx="64008" cy="3291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840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Ledger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48400" y="1645920"/>
            <a:ext cx="234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entry form with category selection, AI auto-tag suggestion and instant checks for missing or negative values.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Functional Verification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356616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Scenario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Behavior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₹30,000; Expenses ₹22,000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₹8,000 surplus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₹40,000; Savings ₹8,000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rate = 20.0%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₹0.00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division avoided; rate 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category omitted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blocks submit, shows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expense (−₹2,500)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rejects submission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raised from ₹1L to ₹3L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Trajectories update dynamically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Evaluation of Persona Classifier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Forest evaluated on a benchmark set of 300 validated profiles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is strongly diagonal: 88 / 91 / 95 correct for Conservative / Balanced / Growth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importances: Savings Rate (0.28), DTI (0.24), Emergency Fund Coverage (0.19)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Safeguards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Encryption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0020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with salt; no plaintext credentials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1360" y="109728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097280"/>
            <a:ext cx="64008" cy="16002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4240" y="11887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Defense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44240" y="160020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statements for all database operations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65520" y="109728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097280"/>
            <a:ext cx="64008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8400" y="11887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Security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48400" y="160020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 in HTTP-only cookies with short lifespans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80360"/>
            <a:ext cx="64008" cy="16002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718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Transport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/ HTTPS for all communication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61360" y="288036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1360" y="2880360"/>
            <a:ext cx="64008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4240" y="29718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44240" y="338328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checked on every API request; users see only their own data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65520" y="2880360"/>
            <a:ext cx="2621280" cy="160020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5520" y="2880360"/>
            <a:ext cx="64008" cy="16002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48400" y="297180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48400" y="3383280"/>
            <a:ext cx="234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minimization; records never shared with third parties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Gained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in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architecture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frontends with RESTful backends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Data-entry forms, dashboards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normalization, foreign keys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ledgers, goals tables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classification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training, confusion matrix, decision trees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persona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QA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validation, unit testing, hardening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 and zero-division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skills: requirement planning, code organization and clear technical documentation.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55448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1554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45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accurate user input. Manual transaction entry. Fixed return and inflation assumptions. ML trained on synthetic data. Educational tool only, not financial advice.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155448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43000"/>
            <a:ext cx="64008" cy="15544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API Integration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45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RBI-approved Account Aggregator APIs to automate ledger entries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0360"/>
            <a:ext cx="64008" cy="1554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Assistant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832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Tamil conversational assistant for accessibility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rgbClr val="F2F5FA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880360"/>
            <a:ext cx="64008" cy="1554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Stress Testing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3832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CPI inflation and interest rate indicators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91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Banking System  |  Govardhan 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explainable, data-driven personal finance application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full-stack development with machine-learning classification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transactions into health indicators, feasible savings goals and transparent guidance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normalized database design, boundary validation and secure web practices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an educational planning tool, with clear scope for future integration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Govardhan S  |  AI-Based Banking System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Banking System</dc:title>
  <dc:subject>PptxGenJS Presentation</dc:subject>
  <dc:creator>PptxGenJS</dc:creator>
  <cp:lastModifiedBy>PptxGenJS</cp:lastModifiedBy>
  <cp:revision>1</cp:revision>
  <dcterms:created xsi:type="dcterms:W3CDTF">2026-10-21T17:09:09Z</dcterms:created>
  <dcterms:modified xsi:type="dcterms:W3CDTF">2026-10-21T17:09:09Z</dcterms:modified>
</cp:coreProperties>
</file>